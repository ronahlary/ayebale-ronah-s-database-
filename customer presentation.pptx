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4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5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  <p:sldMasterId id="2147483696" r:id="rId3"/>
    <p:sldMasterId id="2147483714" r:id="rId4"/>
    <p:sldMasterId id="2147483731" r:id="rId5"/>
    <p:sldMasterId id="2147483743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735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04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905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2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261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127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02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471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17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46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540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655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87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56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871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490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6394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338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068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0914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175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442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8054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876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562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467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637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626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130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792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670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556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630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2051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312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193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283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536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682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738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72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3195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189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812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824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5514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31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091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7190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8555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6956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320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6576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27648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0550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2824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2584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5357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6017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334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2710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999960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05672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036114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0889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4581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7464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46125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67938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85423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97766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67822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03846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8492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952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95750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4916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92718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9725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1972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69726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7398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9230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2372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3084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0709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6748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6375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486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5478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22841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3644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4924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1706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18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7.jpe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image" Target="../media/image9.jpg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95.xml"/><Relationship Id="rId2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94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88.xml"/><Relationship Id="rId19" Type="http://schemas.openxmlformats.org/officeDocument/2006/relationships/image" Target="../media/image7.jpeg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28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81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553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40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465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8AFF029-3929-4B95-A82C-FFC3DA9D5F9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CE88B67-230C-4A37-AF37-B62528DE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546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D047-9D51-CC50-708F-305503ED15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Garage Customer Management System (CMS</a:t>
            </a:r>
            <a:r>
              <a:rPr lang="en-US" dirty="0"/>
              <a:t>)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BA104-8FDE-0D97-F921-BAB3697CC4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GB" sz="3600" b="1" dirty="0">
                <a:latin typeface="Algerian" panose="04020705040A02060702" pitchFamily="82" charset="0"/>
              </a:rPr>
              <a:t>AYEBALE RONAH</a:t>
            </a:r>
          </a:p>
          <a:p>
            <a:r>
              <a:rPr lang="en-GB" sz="3500" dirty="0">
                <a:latin typeface="Algerian" panose="04020705040A02060702" pitchFamily="82" charset="0"/>
              </a:rPr>
              <a:t>2025/BCS/058/PS</a:t>
            </a:r>
          </a:p>
          <a:p>
            <a:r>
              <a:rPr lang="en-GB" sz="3500" dirty="0">
                <a:latin typeface="Algerian" panose="04020705040A02060702" pitchFamily="82" charset="0"/>
              </a:rPr>
              <a:t>GROUP 11</a:t>
            </a:r>
            <a:endParaRPr lang="en-US" sz="35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A5D7F-4F53-7B1F-A9A1-5B0154429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dirty="0"/>
              <a:t>The Business Case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5BBBCA-A1EE-A80C-D39C-83B362C6E4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23912"/>
            <a:ext cx="10630667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 do garages need a CMS?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Garages often struggle with fragmented data across paper logs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manual spreadsheets.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GB" altLang="en-US" b="1" dirty="0"/>
              <a:t>Objective;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reduce data loss, improve service delivery, and ensure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consistent follow-ups.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Approach: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Transforming physical interactions into a specialized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solution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819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09621-EAC2-68F9-AAC4-FA7004435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5742"/>
            <a:ext cx="10515600" cy="1223652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/>
              <a:t>Problem </a:t>
            </a:r>
            <a:br>
              <a:rPr lang="en-US" sz="5400" b="1" dirty="0"/>
            </a:br>
            <a:endParaRPr lang="en-US" sz="5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27F2FD-E290-C230-19F6-60406D143F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59029"/>
            <a:ext cx="10341077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Challenges in Manual Management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Lost Records: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Difficulty retrieving physical customer files.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History Tracking: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Inability to see past vehicle service logs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quickly.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Poor Complaint Management: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No formal system to track and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resolve issues.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Reporting Gaps: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Hard to analyze business performance.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Accountability: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Difficult to track which staff member performed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which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900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34C68A8-14A1-86C6-BD53-058D131917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07792"/>
            <a:ext cx="10515600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/>
              <a:t>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B01B3-7175-584C-FF94-7804AA33F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/>
              <a:t>A Centralized Relational Database</a:t>
            </a:r>
          </a:p>
          <a:p>
            <a:pPr lvl="1"/>
            <a:r>
              <a:rPr lang="en-US" sz="2800" b="1" dirty="0"/>
              <a:t>Structured Format:</a:t>
            </a:r>
            <a:r>
              <a:rPr lang="en-US" sz="2800" dirty="0"/>
              <a:t> Data is organized into predefined categories for consistency.</a:t>
            </a:r>
          </a:p>
          <a:p>
            <a:pPr lvl="1"/>
            <a:r>
              <a:rPr lang="en-US" sz="2800" b="1" dirty="0"/>
              <a:t>Relational Linking:</a:t>
            </a:r>
            <a:r>
              <a:rPr lang="en-US" sz="2800" dirty="0"/>
              <a:t> Connects individual customers directly to their specific vehicle service orders and interaction logs.</a:t>
            </a:r>
          </a:p>
          <a:p>
            <a:pPr lvl="1"/>
            <a:r>
              <a:rPr lang="en-US" sz="2800" b="1" dirty="0"/>
              <a:t>Efficiency:</a:t>
            </a:r>
            <a:r>
              <a:rPr lang="en-US" sz="2800" dirty="0"/>
              <a:t> Allows staff to perform quick, accurate queries to find information in seconds rather than minutes.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81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7B37A-73AC-6578-771E-EBC6F946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/>
              <a:t>Core Database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4509E1-1A62-856A-36E3-41A7A198F8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70242"/>
            <a:ext cx="1112176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b="1" dirty="0"/>
              <a:t>The "Three-Table" Model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Customer Profiles: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Stores names, contact details, and unique IDs.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Service Orders: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Details on vehicle repairs, parts used, and dates.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Interaction Logs: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Records of communication, complaints, and follow-ups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70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10A42-8391-40EE-4C80-FDE1B3520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dirty="0"/>
              <a:t>Organizational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7A2FA-3F7B-7A32-697A-FC3EF762F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000" b="1" dirty="0"/>
              <a:t>Impact on the Garage</a:t>
            </a:r>
          </a:p>
          <a:p>
            <a:pPr lvl="1"/>
            <a:r>
              <a:rPr lang="en-US" sz="3200" b="1" dirty="0"/>
              <a:t>Enhanced Customer Loyalty:</a:t>
            </a:r>
            <a:r>
              <a:rPr lang="en-US" sz="3200" dirty="0"/>
              <a:t> Personalized service based on known history.</a:t>
            </a:r>
          </a:p>
          <a:p>
            <a:pPr lvl="1"/>
            <a:r>
              <a:rPr lang="en-US" sz="3200" b="1" dirty="0"/>
              <a:t>Time Efficiency:</a:t>
            </a:r>
            <a:r>
              <a:rPr lang="en-US" sz="3200" dirty="0"/>
              <a:t> Less time searching for files means more time fixing cars.</a:t>
            </a:r>
          </a:p>
          <a:p>
            <a:pPr lvl="1"/>
            <a:r>
              <a:rPr lang="en-US" sz="3200" b="1" dirty="0"/>
              <a:t>Data Integrity:</a:t>
            </a:r>
            <a:r>
              <a:rPr lang="en-US" sz="3200" dirty="0"/>
              <a:t> Reduced risk of human error or physical document damage.</a:t>
            </a:r>
          </a:p>
          <a:p>
            <a:pPr lvl="1"/>
            <a:r>
              <a:rPr lang="en-US" sz="3200" b="1" dirty="0"/>
              <a:t>Scalability:</a:t>
            </a:r>
            <a:r>
              <a:rPr lang="en-US" sz="3200" dirty="0"/>
              <a:t> The system grows easily as the customer base expands.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42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98120-5BE5-E227-3BA7-1B1EF3093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/>
              <a:t>Conclusion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6B0273-4E39-80B9-B1FF-9C7EB8A9B7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03394"/>
            <a:ext cx="10366299" cy="35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6176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Transitioning from manual to digital management 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essential for modern garage competitive advantage,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example;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Integration with SMS/Email for automated status updates.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Mobile app for mechanics to update jobs on the fly.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Online booking portal for customers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4184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3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4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5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6.xml><?xml version="1.0" encoding="utf-8"?>
<a:theme xmlns:a="http://schemas.openxmlformats.org/drawingml/2006/main" name="1_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344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7</vt:i4>
      </vt:variant>
    </vt:vector>
  </HeadingPairs>
  <TitlesOfParts>
    <vt:vector size="21" baseType="lpstr">
      <vt:lpstr>Algerian</vt:lpstr>
      <vt:lpstr>Arial</vt:lpstr>
      <vt:lpstr>Century Gothic</vt:lpstr>
      <vt:lpstr>Garamond</vt:lpstr>
      <vt:lpstr>Gill Sans MT</vt:lpstr>
      <vt:lpstr>Google Sans</vt:lpstr>
      <vt:lpstr>Trebuchet MS</vt:lpstr>
      <vt:lpstr>Wingdings 3</vt:lpstr>
      <vt:lpstr>Organic</vt:lpstr>
      <vt:lpstr>Ion Boardroom</vt:lpstr>
      <vt:lpstr>Mesh</vt:lpstr>
      <vt:lpstr>Facet</vt:lpstr>
      <vt:lpstr>Gallery</vt:lpstr>
      <vt:lpstr>1_Ion Boardroom</vt:lpstr>
      <vt:lpstr>Garage Customer Management System (CMS)</vt:lpstr>
      <vt:lpstr>The Business Case</vt:lpstr>
      <vt:lpstr>Problem  </vt:lpstr>
      <vt:lpstr>The Solution</vt:lpstr>
      <vt:lpstr>Core Database Architecture</vt:lpstr>
      <vt:lpstr>Organizational Benefits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 ALINDA</dc:creator>
  <cp:lastModifiedBy>GILBERT ALINDA</cp:lastModifiedBy>
  <cp:revision>5</cp:revision>
  <dcterms:created xsi:type="dcterms:W3CDTF">2026-05-07T07:07:11Z</dcterms:created>
  <dcterms:modified xsi:type="dcterms:W3CDTF">2026-05-07T08:03:17Z</dcterms:modified>
</cp:coreProperties>
</file>